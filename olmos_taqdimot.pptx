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Calibri"/>
              </a:rPr>
              <a:t>1 / 4 — KIRISH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Dunyodagi eng qimmatbaho tosh: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OLMOS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C9C9"/>
                </a:solidFill>
                <a:latin typeface="Calibri"/>
              </a:rPr>
              <a:t>Olmos — tabiat yaratgan eng qimmat, eng qattiq va eng ko'p marom bilan baholanadigan tosh. Bir karati oltin narxidan o'nlab marta qimmat bo'lishi mumkin.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Qattiqlik: 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8463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Tarkibi: sof uglerod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8463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C9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Yoshi: 1–3 mlrd yil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Calibri"/>
              </a:rPr>
              <a:t>2 / 4 — UMUMIY MA'LUMOT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Olmos qanday paydo bo'ladi?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B6B6B"/>
                </a:solidFill>
                <a:latin typeface="Calibri"/>
              </a:rPr>
              <a:t>Olmos Yer po'rtalohining 150–200 km chuqurligida, yuqori bosim va haroratda millionlab yillar davomida shakllanadi. Keyin otilgan kimberlit nishablarining devorlari orqali yuzaga chiqadi.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Moss shkalasida qattiqlik (eng yuqori)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9260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150–200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566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Hosil bo'ladigan chuqurlik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260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3,52 g/sm³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Zichligi — eng qattiq tabiiy tosh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9260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1000+ 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566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Hosil bo'lish harorati (taxminan)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A9A"/>
                </a:solidFill>
                <a:latin typeface="Calibri"/>
              </a:rPr>
              <a:t>Olmos — sof ugleroddan tuzilgan yagona tosh; undan boshqa hech qanday tosh yorilishi mumkin 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Calibri"/>
              </a:rPr>
              <a:t>3 / 4 — REKORD NARXLAR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Tarixdagi eng qimmat olmoslar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9A9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Pink Star (Yulduz)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59,60 karat · yorqin pushti · 2017, Sotheby's Gonkong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C5CFC"/>
                </a:solidFill>
                <a:latin typeface="Calibri"/>
              </a:rPr>
              <a:t>$71,2 mln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39"/>
            <a:ext cx="1106424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9A9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Blue Moon of Josephine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12,03 karat · ko'k · 2015, Sotheby's Jeneva · karatiga rekord: $4,02 mln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C5CFC"/>
                </a:solidFill>
                <a:latin typeface="Calibri"/>
              </a:rPr>
              <a:t>$48,4 mln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1106424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9A9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Koh-i-Noor (Tog' nuriy)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105,6 karat · oq olmos · Buyuk Britaniya toj zargarlik to'plamida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C5CFC"/>
                </a:solidFill>
                <a:latin typeface="Calibri"/>
              </a:rPr>
              <a:t>Bahosiz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Calibri"/>
              </a:rPr>
              <a:t>Pink Star — auksionda sotilgan eng qimmat olmos; Blue Moon — karatiga eng qimmat olmos bo'yicha jahon rekordchisi.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Calibri"/>
              </a:rPr>
              <a:t>4 / 4 — 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Nima uchun olmos shunchalik qimmat?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5CFC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Calibri"/>
              </a:rPr>
              <a:t>Kamchilik — </a:t>
            </a:r>
            <a:r>
              <a:rPr sz="1700">
                <a:solidFill>
                  <a:srgbClr val="6B6B6B"/>
                </a:solidFill>
                <a:latin typeface="Calibri"/>
              </a:rPr>
              <a:t>har 10 million labazadagi olmosdan atigi bittasi sifatli zargarlik toshiga aylanadi.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5CFC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Calibri"/>
              </a:rPr>
              <a:t>Nozik kesim — </a:t>
            </a:r>
            <a:r>
              <a:rPr sz="1700">
                <a:solidFill>
                  <a:srgbClr val="6B6B6B"/>
                </a:solidFill>
                <a:latin typeface="Calibri"/>
              </a:rPr>
              <a:t>toshning 58 yuzasini kesish uchun ustalar oylar davomida ishlaydi.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5CFC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Calibri"/>
              </a:rPr>
              <a:t>Rang va soflik — </a:t>
            </a:r>
            <a:r>
              <a:rPr sz="1700">
                <a:solidFill>
                  <a:srgbClr val="6B6B6B"/>
                </a:solidFill>
                <a:latin typeface="Calibri"/>
              </a:rPr>
              <a:t>D rang (mutlaqo oq) va IF soflikdagi toshlar eng qimmatidir.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5CFC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Calibri"/>
              </a:rPr>
              <a:t>Madaniy ramz — </a:t>
            </a:r>
            <a:r>
              <a:rPr sz="1700">
                <a:solidFill>
                  <a:srgbClr val="6B6B6B"/>
                </a:solidFill>
                <a:latin typeface="Calibri"/>
              </a:rPr>
              <a:t>abadiy sevgi va kuch ramzi sifatida ming yillik tarixga ega.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12000"/>
            </a:avLst>
          </a:prstGeom>
          <a:solidFill>
            <a:srgbClr val="F7F7F9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Calibri"/>
              </a:rPr>
              <a:t>1 karat ≈ 0,2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9A9A"/>
                </a:solidFill>
                <a:latin typeface="Calibri"/>
              </a:rPr>
              <a:t>ammo sifatli olmosning narxi millionlab dollarga yetadi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